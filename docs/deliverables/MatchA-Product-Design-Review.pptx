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" y="914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68096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2742"/>
                </a:solidFill>
              </a:rPr>
              <a:t>Product Design &amp; Development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230428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F5F61"/>
                </a:solidFill>
              </a:rPr>
              <a:t>A responsive Jaipur-inspired dating platform with matching, chat, instant plans, event discovery, notifications, and admin moderation.</a:t>
            </a:r>
            <a:endParaRPr lang="en-US" sz="1300" dirty="0"/>
          </a:p>
        </p:txBody>
      </p:sp>
      <p:pic>
        <p:nvPicPr>
          <p:cNvPr id="8" name="Image 0" descr="E:\Project\matcha\docs\presentation-assets\01-landing-desk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97880" y="731520"/>
            <a:ext cx="5394960" cy="5074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Prepared for MatchA team review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5F61"/>
                </a:solidFill>
              </a:rPr>
              <a:t>What has been built through Phase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554480"/>
            <a:ext cx="502920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7141B"/>
                </a:solidFill>
              </a:rPr>
              <a:t>Monorepo foundation with Next.js web/admin apps, Express API, Prisma, PostgreSQL, JWT auth, and shared UI packages.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Mobile-first dating experience: landing, auth, onboarding/profile, home matching, matches, chats, Instant Date, Concert Mode, Events, Notifications.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Admin operations console: users, reports, verification review, events/concert publishing, broadcasts, and audit logs.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Visual direction follows luxury, minimal, Jaipur-inspired cream/rose-gold/maroon styling with floral frames and soft glass surfaces.</a:t>
            </a:r>
            <a:endParaRPr lang="en-US" sz="1200" dirty="0"/>
          </a:p>
        </p:txBody>
      </p:sp>
      <p:pic>
        <p:nvPicPr>
          <p:cNvPr id="8" name="Image 0" descr="E:\Project\matcha\docs\presentation-assets\03-home-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914400"/>
            <a:ext cx="1874520" cy="5212080"/>
          </a:xfrm>
          <a:prstGeom prst="rect">
            <a:avLst/>
          </a:prstGeom>
        </p:spPr>
      </p:pic>
      <p:pic>
        <p:nvPicPr>
          <p:cNvPr id="9" name="Image 1" descr="E:\Project\matcha\docs\presentation-assets\11-admin-dashboard-deskt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09560" y="960120"/>
            <a:ext cx="3474720" cy="4754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Scope snapshot: phases 1 through 11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&amp; Landing Page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5F61"/>
                </a:solidFill>
              </a:rPr>
              <a:t>Public web entry with premium MatchA positioning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74520"/>
            <a:ext cx="379476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7141B"/>
                </a:solidFill>
              </a:rPr>
              <a:t>Elegant cream/ivory base with rose-gold and maroon accents.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Sections implemented for hero, features, how it works, testimonials, safety, pricing, FAQ, and footer.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Primary CTAs route to sign up and login.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Designed to present the product as premium and safety-first, not a generic dating app.</a:t>
            </a:r>
            <a:endParaRPr lang="en-US" sz="1200" dirty="0"/>
          </a:p>
        </p:txBody>
      </p:sp>
      <p:pic>
        <p:nvPicPr>
          <p:cNvPr id="8" name="Image 0" descr="E:\Project\matcha\docs\presentation-assets\01-landing-desk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777240"/>
            <a:ext cx="6355080" cy="5440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4920" y="6309360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Landing page, desktop viewport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Real screenshot captured from local MatchA build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5F61"/>
                </a:solidFill>
              </a:rPr>
              <a:t>Secure login foundation with future OAuth/OTP support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74520"/>
            <a:ext cx="379476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7141B"/>
                </a:solidFill>
              </a:rPr>
              <a:t>Email/password login connected to backend JWT and secure refresh-token cookies.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Google OAuth and Email OTP surfaces are present for provider configuration.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Forgot/reset password and OTP screens are part of the auth module.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Admin and web share the same secure backend auth foundation.</a:t>
            </a:r>
            <a:endParaRPr lang="en-US" sz="1200" dirty="0"/>
          </a:p>
        </p:txBody>
      </p:sp>
      <p:pic>
        <p:nvPicPr>
          <p:cNvPr id="8" name="Image 0" descr="E:\Project\matcha\docs\presentation-assets\02-login-desk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777240"/>
            <a:ext cx="6355080" cy="5440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4920" y="6309360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Login page, desktop viewport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Real screenshot captured from local MatchA build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&amp; Matching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5F61"/>
                </a:solidFill>
              </a:rPr>
              <a:t>Figma-inspired mobile-first dating card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7141B"/>
                </a:solidFill>
              </a:rPr>
              <a:t>Top nav with logo, undo, filters, and notification count.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Profile card with image, verification, age, profession, location, bio, interests, and compatibility percentage.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Matching actions: pass, like, super like, and undo.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Feature cards lead into Instant Date, Concert Mode, and Events.</a:t>
            </a:r>
            <a:endParaRPr lang="en-US" sz="1200" dirty="0"/>
          </a:p>
        </p:txBody>
      </p:sp>
      <p:pic>
        <p:nvPicPr>
          <p:cNvPr id="8" name="Image 0" descr="E:\Project\matcha\docs\presentation-assets\03-home-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713232"/>
            <a:ext cx="3154680" cy="5532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63093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Home screen, mobile viewport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Real screenshot captured from local MatchA build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Date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5F61"/>
                </a:solidFill>
              </a:rPr>
              <a:t>Spontaneous plans with activity and time selection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7141B"/>
                </a:solidFill>
              </a:rPr>
              <a:t>Activity choices: coffee, dinner, walk, drive, art, market, casual.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Time windows: now, tonight, weekend, and custom date/time.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Backend creates request records and finds nearby compatible users.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Supports accept, reject, cancel, reschedule, and live-location-ready data model.</a:t>
            </a:r>
            <a:endParaRPr lang="en-US" sz="1200" dirty="0"/>
          </a:p>
        </p:txBody>
      </p:sp>
      <p:pic>
        <p:nvPicPr>
          <p:cNvPr id="8" name="Image 0" descr="E:\Project\matcha\docs\presentation-assets\04-instant-date-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713232"/>
            <a:ext cx="3154680" cy="5532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63093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Instant Date screen, mobile viewport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Real screenshot captured from local MatchA build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Concert Mode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5F61"/>
                </a:solidFill>
              </a:rPr>
              <a:t>Find a concert buddy, new friends, or maybe more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7141B"/>
                </a:solidFill>
              </a:rPr>
              <a:t>Search concerts by city, title, artist, venue, and genre tags.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Featured concert card includes attendees, intent, join/update/cancel actions.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Looking-for modes support concert buddy, new friends, maybe more, and group vibe.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Participants and notifications are backed by Prisma models.</a:t>
            </a:r>
            <a:endParaRPr lang="en-US" sz="1200" dirty="0"/>
          </a:p>
        </p:txBody>
      </p:sp>
      <p:pic>
        <p:nvPicPr>
          <p:cNvPr id="8" name="Image 0" descr="E:\Project\matcha\docs\presentation-assets\05-concert-mode-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713232"/>
            <a:ext cx="3154680" cy="5532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63093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Concert Mode screen, mobile viewport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Real screenshot captured from local MatchA build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5F61"/>
                </a:solidFill>
              </a:rPr>
              <a:t>Local group-first plans beyond concerts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7141B"/>
                </a:solidFill>
              </a:rPr>
              <a:t>Categories include book clubs, food festivals, comedy, movies, workshops, community, and concerts.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Users can join, mark interested, share, invite, and leave events.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Event participants and invite notifications are stored server-side.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Designed for safer, lower-pressure social discovery.</a:t>
            </a:r>
            <a:endParaRPr lang="en-US" sz="1200" dirty="0"/>
          </a:p>
        </p:txBody>
      </p:sp>
      <p:pic>
        <p:nvPicPr>
          <p:cNvPr id="8" name="Image 0" descr="E:\Project\matcha\docs\presentation-assets\06-events-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713232"/>
            <a:ext cx="3154680" cy="5532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63093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Events screen, mobile viewport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Real screenshot captured from local MatchA build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5F61"/>
                </a:solidFill>
              </a:rPr>
              <a:t>In-app inbox and preference management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7141B"/>
                </a:solidFill>
              </a:rPr>
              <a:t>Notification inbox with unread count, filters by type/channel, and read/delete actions.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Covers likes, matches, messages, concert invites, instant date requests, profile views, verification, and system alerts.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Push/email preference toggles persist through user settings.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Home bell displays live unread count.</a:t>
            </a:r>
            <a:endParaRPr lang="en-US" sz="1200" dirty="0"/>
          </a:p>
        </p:txBody>
      </p:sp>
      <p:pic>
        <p:nvPicPr>
          <p:cNvPr id="8" name="Image 0" descr="E:\Project\matcha\docs\presentation-assets\07-notifications-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713232"/>
            <a:ext cx="3154680" cy="5532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63093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Notifications screen, mobile viewport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Real screenshot captured from local MatchA build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5F61"/>
                </a:solidFill>
              </a:rPr>
              <a:t>Mutual connection list for follow-up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7141B"/>
                </a:solidFill>
              </a:rPr>
              <a:t>Mutual matches created through like/super-like flow.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Cards show profile preview, compatibility, match date, and latest message.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Routes into chat conversations.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Backend prevents duplicates and respects blocked/unmatched states.</a:t>
            </a:r>
            <a:endParaRPr lang="en-US" sz="1200" dirty="0"/>
          </a:p>
        </p:txBody>
      </p:sp>
      <p:pic>
        <p:nvPicPr>
          <p:cNvPr id="8" name="Image 0" descr="E:\Project\matcha\docs\presentation-assets\08-matches-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713232"/>
            <a:ext cx="3154680" cy="5532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63093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Matches screen, mobile viewport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Real screenshot captured from local MatchA build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5F61"/>
                </a:solidFill>
              </a:rPr>
              <a:t>Realtime messaging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7141B"/>
                </a:solidFill>
              </a:rPr>
              <a:t>Conversation list backed by match records and message history.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Socket.IO foundation supports realtime typing, delivery/read state, and online indicators.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Chat module includes images, GIFs, voice-note metadata, edit, delete, reply, mute, archive, block, and report endpoints.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Report actions feed the admin moderation queue.</a:t>
            </a:r>
            <a:endParaRPr lang="en-US" sz="1200" dirty="0"/>
          </a:p>
        </p:txBody>
      </p:sp>
      <p:pic>
        <p:nvPicPr>
          <p:cNvPr id="8" name="Image 0" descr="E:\Project\matcha\docs\presentation-assets\09-chats-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713232"/>
            <a:ext cx="3154680" cy="5532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63093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Chats screen, mobile viewport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Real screenshot captured from local MatchA build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&amp; Verification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5F61"/>
                </a:solidFill>
              </a:rPr>
              <a:t>Onboarding, profile completion, photos, safety 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74520"/>
            <a:ext cx="539496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7141B"/>
                </a:solidFill>
              </a:rPr>
              <a:t>Full profile editor: bio, location, gender, interests, lifestyle, prompts, music, food, travel, pets, smoking/drinking.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Photo gallery with primary photo management.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Profile completion percentage drives route access.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Verification request creates admin queue and user notification.</a:t>
            </a:r>
            <a:endParaRPr lang="en-US" sz="1200" dirty="0"/>
          </a:p>
        </p:txBody>
      </p:sp>
      <p:pic>
        <p:nvPicPr>
          <p:cNvPr id="8" name="Image 0" descr="E:\Project\matcha\docs\presentation-assets\10-profile-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713232"/>
            <a:ext cx="3154680" cy="5532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63093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Profile screen, mobile viewport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Real screenshot captured from local MatchA build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5F61"/>
                </a:solidFill>
              </a:rPr>
              <a:t>Operations console for trust and moderation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874520"/>
            <a:ext cx="379476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7141B"/>
                </a:solidFill>
              </a:rPr>
              <a:t>Role-gated admin login with live dashboard metrics.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User controls: search, ban, unban, soft delete.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Moderation queues: reports and verification review.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Publishing controls for events/concerts, broadcast notifications, and audit log viewer.</a:t>
            </a:r>
            <a:endParaRPr lang="en-US" sz="1200" dirty="0"/>
          </a:p>
        </p:txBody>
      </p:sp>
      <p:pic>
        <p:nvPicPr>
          <p:cNvPr id="8" name="Image 0" descr="E:\Project\matcha\docs\presentation-assets\11-admin-dashboard-desk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777240"/>
            <a:ext cx="6355080" cy="5440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4920" y="6309360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Admin app, desktop viewport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Real screenshot captured from local MatchA build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Snapshot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5F61"/>
                </a:solidFill>
              </a:rPr>
              <a:t>Current implementation stack and module boundaries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060704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7141B"/>
                </a:solidFill>
              </a:rPr>
              <a:t>Frontend: Next.js 15 App Router, React 19, TypeScript, Tailwind CSS, shared UI package.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Backend: Express.js TypeScript API, Prisma ORM, PostgreSQL, JWT access/refresh tokens, Socket.IO chat foundation.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Modules implemented: Auth, Profile, Matching, Chat, Instant Date, Concert Mode, Events, Notifications, Admin.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Data model covers users, photos, interests, likes, matches, messages, notifications, events, concerts, instant dates, reports, blocks, verification, sessions, settings, and audit logs.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Future mobile reuse is supported by keeping API/business logic separate from UI surfaces.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Technical architecture overview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62511" cy="6528816"/>
          </a:xfrm>
          <a:prstGeom prst="rect">
            <a:avLst/>
          </a:prstGeom>
          <a:solidFill>
            <a:srgbClr val="FFFCF6">
              <a:alpha val="93000"/>
            </a:srgbClr>
          </a:solidFill>
          <a:ln w="12700">
            <a:solidFill>
              <a:srgbClr val="EAC0BA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1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Milestones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5F61"/>
                </a:solidFill>
              </a:rPr>
              <a:t>Recommended path after Phase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508760"/>
            <a:ext cx="1060704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27141B"/>
                </a:solidFill>
              </a:rPr>
              <a:t>Phase 12: automated tests for auth, API modules, matching, chat, events, notifications, and admin flows.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Phase 13: production deployment setup with Vercel, Railway, Supabase PostgreSQL, environment management, health checks, and CI/CD.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Provider integrations: Cloudinary upload flow, Firebase Cloud Messaging, SMTP production email, Google OAuth, Google Maps API.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Product hardening: richer admin analytics, support tickets, ID verification provider, fake-profile detection, SOS/emergency contact flows.</a:t>
            </a:r>
            <a:endParaRPr lang="en-US" sz="1200" dirty="0"/>
          </a:p>
          <a:p>
            <a:r>
              <a:rPr lang="en-US" sz="1200" dirty="0">
                <a:solidFill>
                  <a:srgbClr val="27141B"/>
                </a:solidFill>
              </a:rPr>
              <a:t>Design pass: final floral border assets, dark mode polish, accessibility audit, and responsive visual QA.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6473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Recommended roadmap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87000" y="64739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5F61"/>
                </a:solidFill>
              </a:rPr>
              <a:t>30/6/2026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MatchA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MatchA Product Design Review</dc:title>
  <dc:subject>MatchA web platform design and development status</dc:subject>
  <dc:creator>MatchA Product &amp; Engineering</dc:creator>
  <cp:lastModifiedBy>MatchA Product &amp; Engineering</cp:lastModifiedBy>
  <cp:revision>1</cp:revision>
  <dcterms:created xsi:type="dcterms:W3CDTF">2026-06-30T12:51:30Z</dcterms:created>
  <dcterms:modified xsi:type="dcterms:W3CDTF">2026-06-30T12:51:30Z</dcterms:modified>
</cp:coreProperties>
</file>